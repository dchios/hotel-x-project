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C334B-A2D1-45FB-9FFA-F1DE3C29A4C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F9EE0-EE6B-4CD1-8DB0-8C644A72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7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Page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89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Overview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26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 Type ( Half Board / All Inclusive 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81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Warehouse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24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Dep. Revenue vs Orders ( Imports from Warehouse 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6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% &amp; Top 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82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KPI’s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28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Sold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80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Playground ( menu engineering )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82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AVG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8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Comparison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F9EE0-EE6B-4CD1-8DB0-8C644A72C9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4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9AB6-C898-C760-0D04-CDBEE27C7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B3885-BB39-F863-A242-054F4B1AB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30491-B19D-F191-FC86-CA47A0AB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1AE66-4654-ED1C-DFF9-F74ABF3A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F16C4-1FD2-1F20-B46B-D88694C0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8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CA6E-3C01-4FFB-8F45-68F0AE96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FA8F-E3FC-EF32-AA0F-75E6E346A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0C43D-2A48-531B-2822-EF5F722A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5697C-D6A9-897F-489F-30F2A1F8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46A3D-BA7B-C64B-8BCC-7E61D30E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2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8106-B35F-2BA2-0AC8-23CEC500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608A7-E249-6D9E-3D63-2C3D3D1B0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51CFA-8B3B-0A33-502D-C28BB1E6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F5DFC-C1DC-3B32-EEB7-352901D1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C25E9-2E44-4764-AC33-E1A796B4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7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26686-3EEB-F675-6E95-936B868B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4B09D-A606-7CA5-9D3A-CC597E5D47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D64F9-C66A-765C-8862-6DE62905A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C99D7-836F-7876-491A-09C2F81D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67C97-24BD-DBB4-C247-0F9E9D2B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CFC5A-BFC6-3FCE-D18A-1035B714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6FFB-FF0A-E581-6B32-A015E9CE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5FE2F-4BF8-6123-6405-7D368555E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B74CF-3D25-9D9E-397D-9FF0F8CFB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C1512-A33D-2D71-91C0-19E06395D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A605B-F8B6-D12E-DDA8-581572EB8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A5C43-430B-5AAE-795C-979AC827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89998-BB81-678B-31F1-873B0D53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3B8E9-0977-6119-355E-5846CE10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5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B919-C2C0-168B-E77F-B32998BD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28EA6-EBDA-0C7B-AA12-2A5EDA36A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C24DF-5699-E346-97C0-AD444BFC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97A5B-A34B-229B-279F-1A47EDA5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2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1A7DC-BCB7-0037-9518-54243D0B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4A29D-D3C2-E2ED-8F09-0D242DC3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6730-FB0F-6706-6A80-15AF1998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5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6F338-ED31-F317-9BBF-04AC7713C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66A9-AC78-D1DA-7656-489D2C18C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0C0F4-6A6F-406C-8EE6-293CAE2D6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D8DF7-F95B-4ACA-C28B-F1DBD11B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BF231-615F-7984-EE43-5C1F4A3A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A087C-EAAA-14D5-3821-AC2D53DC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30681-0F46-B796-56F3-57E1DE40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79FB3-6B50-D56F-928B-835699C73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C7E39-F5E1-68CC-1927-9532D3CEF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4E7F1-3C74-3579-5B82-07230E02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3423A-97C1-AEB6-353E-D145E0F6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C144A-6FA9-7CD8-B3AA-DED41E66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5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945B-1053-048C-7F66-BA62FDE7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5944E-44BD-AC40-EE74-A14106950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A8EF-3BE2-AEE8-E38D-3E112D63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2F43F-E70A-4DC2-1990-C2A3A188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BFEC2-6E75-9B8F-1BC3-444A5059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4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1B052-633D-7C76-8C15-BBA41E62C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258D2-9943-5212-0629-440004FFC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F56C3-145A-6DA9-4251-DDBBBD20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A0410-41CC-2BD1-36CC-ADD6B1E10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0167A-F986-0801-49F3-371B61F1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21DA4E-FBFE-1AF2-441B-F8CCFABD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AEEAA-8BB1-B5AA-B66B-D747D365B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05653-4ADD-C82C-8A39-9CF1CC8F0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631C6-0D16-437D-93FD-1436C60F16C8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9A257-EE3D-B7AB-CBE8-24FF907DE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D0BCF-E2B8-6217-96B6-95DA04053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0E694-6C22-4A28-934D-9BD356FB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9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E88267-573C-A351-9CA9-A0FD74DAF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15" y="457200"/>
            <a:ext cx="104273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1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5140E7-B0F1-81FF-841D-11C82EFAE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48" y="457200"/>
            <a:ext cx="1047330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32C95D-BB33-0EE1-F7A5-9F94FF9FF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15" y="457200"/>
            <a:ext cx="104273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67BDF3-EB2C-962D-63E8-048B993BC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15" y="457200"/>
            <a:ext cx="104273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1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BD8AED-C5AC-A028-C3EE-47215CC7B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52" y="457200"/>
            <a:ext cx="1033669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0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285DA4-F0A0-D7AA-AB4B-D3D7BCF5F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82" y="457200"/>
            <a:ext cx="103818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88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030EEE-0299-4012-C0CC-78DE13C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15" y="457200"/>
            <a:ext cx="104273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4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2BC3AC-EF2F-FB38-884F-F313423B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82" y="457200"/>
            <a:ext cx="103818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0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65763E-C0A5-FBF7-661C-CC6CBFE81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82" y="457200"/>
            <a:ext cx="103818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2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7A908130-5CFE-0ED4-54C3-8DE4E6F6A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82" y="457200"/>
            <a:ext cx="103818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51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A96120-267A-61FE-9AC7-6473B47C0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15" y="457200"/>
            <a:ext cx="104273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94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51</Words>
  <Application>Microsoft Office PowerPoint</Application>
  <PresentationFormat>Widescreen</PresentationFormat>
  <Paragraphs>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Dimitris Chios</dc:creator>
  <cp:lastModifiedBy>Dimitris Chios</cp:lastModifiedBy>
  <cp:revision>1</cp:revision>
  <dcterms:created xsi:type="dcterms:W3CDTF">2025-10-07T11:42:55Z</dcterms:created>
  <dcterms:modified xsi:type="dcterms:W3CDTF">2025-10-07T12:16:31Z</dcterms:modified>
</cp:coreProperties>
</file>